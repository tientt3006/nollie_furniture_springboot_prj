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78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BB59-9283-8D79-7B74-AD1BB1E89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F07329-8F83-567B-7C8F-BA2EAFABA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4FB8A-9AAC-101F-6921-AC646990B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2D27-9E6E-46F2-B7AA-3E0DC338397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540CE-641B-5085-F18B-EA0B6C397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F8192-F242-4B0D-8712-3CD0BB2D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5B8E-5132-4F2A-AAA0-5E4784EA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09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12026-AC96-55F8-9400-7680C82C0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E36BA-56A5-1097-F4FB-18AA72C0E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3D73E-A78A-C378-1233-E80633DA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2D27-9E6E-46F2-B7AA-3E0DC338397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17793-0C0E-61D5-B129-87E2520F3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446DB-747F-C1E6-E80C-265BF37C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5B8E-5132-4F2A-AAA0-5E4784EA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62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5D59-1BFB-38C5-A722-4F7E7AFC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01E59-8E60-36BB-4EC9-BAB16D665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A8881-9600-5E3D-5B61-0ED2DB07E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2D27-9E6E-46F2-B7AA-3E0DC338397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07731-4DB8-2972-5841-70DEC9B76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B1431-F01B-0EF5-59AC-E3A45EC79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5B8E-5132-4F2A-AAA0-5E4784EA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0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FE5FE-BDBE-7776-6B0E-C96CCDA7F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202FE-385C-2F27-9341-0F8A3AAFB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C523D-9D6A-D0D6-F5F5-D39A01313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F88D1-D9DC-9A54-32B7-8318BE70B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2D27-9E6E-46F2-B7AA-3E0DC338397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E3EBD-C696-DFFA-F35D-BE4A5B8C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6EAA1-7AD3-3921-FC95-B445F853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5B8E-5132-4F2A-AAA0-5E4784EA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7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85D4A-5EEA-EDFF-992C-E77A0603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6EDB1-6A31-0F91-9DE2-39A25E154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6DE52-FE9E-1601-4392-4C621C7D8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6E4298-9271-0FF2-49AD-61832657B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BA4D3E-64BD-CF9A-CBCA-6A50AE5477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4B4EA2-9538-7875-AA6E-823D83F0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2D27-9E6E-46F2-B7AA-3E0DC338397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1C4045-C9DA-07BD-992D-6CEA71620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307CDF-B8D0-393C-EA41-6B337715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5B8E-5132-4F2A-AAA0-5E4784EA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12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1FEE-1481-75E9-2DEE-18D8EB91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AF49C-9F96-A040-B43B-CABC65145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2D27-9E6E-46F2-B7AA-3E0DC338397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CD60F7-F2D1-B338-BF3F-E96F5DB9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5F687-BFBD-F55F-E94D-55A57B07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5B8E-5132-4F2A-AAA0-5E4784EA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49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9AC88F-90CF-10F6-D590-788602F4D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2D27-9E6E-46F2-B7AA-3E0DC338397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BA05F2-04DD-E7FB-93A3-9E08FB263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D36A7-E1C6-4A3A-2259-D986CE568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5B8E-5132-4F2A-AAA0-5E4784EA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67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C65E-BE98-3744-8977-1795870FB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94B92-E195-99AD-84BE-A4470E046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56CEB-5550-19C2-30F0-8B58E1F6D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88B29-13AB-4495-245E-14308FAD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2D27-9E6E-46F2-B7AA-3E0DC338397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FBB34-91F8-DB40-2B47-C29A2BD22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87C12-9B46-B64A-BB63-A3CF1099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5B8E-5132-4F2A-AAA0-5E4784EA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8E282-22B7-849D-A946-0E45E50E8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A2447D-4B7C-45DD-8DF7-E4DA1BB3AC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642D7-F102-3BCC-1855-85AB6F3F6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76F5C-6B5C-9984-C57E-F0AD716DC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2D27-9E6E-46F2-B7AA-3E0DC338397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F0930-3EBB-750E-C714-E73C0D3F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22CAE-46C2-F73E-6B46-2023C80B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5B8E-5132-4F2A-AAA0-5E4784EA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26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A6C1-C35F-2922-46B9-DFF40322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3BCD7-D6CA-8B6C-B236-96B090470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A3717-4E32-48FB-ECC7-A3A1258FB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2D27-9E6E-46F2-B7AA-3E0DC338397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C60CF-7D68-84D0-BAC5-44F908DA7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F2769-19C0-5195-3483-B5965A67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5B8E-5132-4F2A-AAA0-5E4784EA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32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834F36-38F7-C7C6-8381-8CBEB3B1AB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B4862-514F-08EB-0F12-82431A73B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78CD2-9D27-C3D2-890A-AECCBDBCD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2D27-9E6E-46F2-B7AA-3E0DC338397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578F3-98EC-6639-42E9-27A6AC480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0389F-24D5-E223-0675-06471699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5B8E-5132-4F2A-AAA0-5E4784EA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660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B65698-8A08-2E8C-6994-C4ADC693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AD5FA-A577-813D-FE01-8BFA1D30B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D20F4-93AF-C596-8CE2-05EE9AC65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02D27-9E6E-46F2-B7AA-3E0DC338397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0182C-34C8-AB4C-866B-957E43C6E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9B77-29CA-77DB-4E73-88769D32C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05B8E-5132-4F2A-AAA0-5E4784EA0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54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F82945-A39A-0A37-3665-511E0ECBC15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303" b="92780" l="4624" r="95376">
                        <a14:foregroundMark x1="81503" y1="89170" x2="81503" y2="89170"/>
                        <a14:foregroundMark x1="17919" y1="89892" x2="17919" y2="89892"/>
                        <a14:foregroundMark x1="48555" y1="75812" x2="48555" y2="75812"/>
                        <a14:foregroundMark x1="52023" y1="92419" x2="52023" y2="92419"/>
                        <a14:foregroundMark x1="63295" y1="83755" x2="63295" y2="83755"/>
                        <a14:foregroundMark x1="37572" y1="86643" x2="37572" y2="86643"/>
                        <a14:foregroundMark x1="28902" y1="29964" x2="28902" y2="29964"/>
                        <a14:foregroundMark x1="92486" y1="54152" x2="92486" y2="54152"/>
                        <a14:foregroundMark x1="95376" y1="57401" x2="95376" y2="57401"/>
                        <a14:foregroundMark x1="4913" y1="56318" x2="4913" y2="56318"/>
                        <a14:foregroundMark x1="82370" y1="92419" x2="82370" y2="92419"/>
                        <a14:foregroundMark x1="17630" y1="92780" x2="17630" y2="92780"/>
                        <a14:foregroundMark x1="48844" y1="14079" x2="48844" y2="14079"/>
                        <a14:foregroundMark x1="51445" y1="14079" x2="51445" y2="14079"/>
                      </a14:backgroundRemoval>
                    </a14:imgEffect>
                    <a14:imgEffect>
                      <a14:artisticGlowEdges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399" y="1669649"/>
            <a:ext cx="4395201" cy="351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39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3516633-7CA5-6449-DED4-8B818E0FB1AF}"/>
              </a:ext>
            </a:extLst>
          </p:cNvPr>
          <p:cNvGrpSpPr/>
          <p:nvPr/>
        </p:nvGrpSpPr>
        <p:grpSpPr>
          <a:xfrm>
            <a:off x="1817914" y="2965268"/>
            <a:ext cx="6895012" cy="1515293"/>
            <a:chOff x="1817914" y="2965268"/>
            <a:chExt cx="6895012" cy="151529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8871869-76D3-6F33-1824-9211E328F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" t="58476" r="19489" b="19429"/>
            <a:stretch/>
          </p:blipFill>
          <p:spPr>
            <a:xfrm>
              <a:off x="1817914" y="2965268"/>
              <a:ext cx="6895012" cy="151529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089F67-5ED8-2C3A-BEC6-32899FFE4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8543" y="3074355"/>
              <a:ext cx="1619031" cy="12971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8527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1BA0-51AF-B10F-1EAB-5A65BD58D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9112BB-A8EC-7C40-B589-7A3281F42B4B}"/>
              </a:ext>
            </a:extLst>
          </p:cNvPr>
          <p:cNvGrpSpPr/>
          <p:nvPr/>
        </p:nvGrpSpPr>
        <p:grpSpPr>
          <a:xfrm>
            <a:off x="3419474" y="3429000"/>
            <a:ext cx="4076701" cy="873307"/>
            <a:chOff x="3419474" y="3429000"/>
            <a:chExt cx="4076701" cy="8733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F7D4563-4F4F-965B-3C93-C4801FADD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77" t="58476" r="32654" b="28790"/>
            <a:stretch/>
          </p:blipFill>
          <p:spPr>
            <a:xfrm>
              <a:off x="3419474" y="3429000"/>
              <a:ext cx="4076701" cy="87330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5F18F89-1FAE-5704-057B-53A815A47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594" y="3489666"/>
              <a:ext cx="938594" cy="751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814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F08CF-93D2-4F3A-4DE6-49E615E31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4E6670-EA5D-F441-2125-68C79940576D}"/>
              </a:ext>
            </a:extLst>
          </p:cNvPr>
          <p:cNvGrpSpPr/>
          <p:nvPr/>
        </p:nvGrpSpPr>
        <p:grpSpPr>
          <a:xfrm>
            <a:off x="1817914" y="2965268"/>
            <a:ext cx="6895012" cy="1515293"/>
            <a:chOff x="1817914" y="2965268"/>
            <a:chExt cx="6895012" cy="151529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5C45751-E4BF-4447-5BB0-B764FD4EE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60449" b="78261" l="8081" r="76992">
                          <a14:foregroundMark x1="37935" y1="66620" x2="37935" y2="66620"/>
                          <a14:foregroundMark x1="48934" y1="66480" x2="48934" y2="66480"/>
                          <a14:foregroundMark x1="54545" y1="66620" x2="54545" y2="66620"/>
                          <a14:foregroundMark x1="56566" y1="69004" x2="56566" y2="69004"/>
                          <a14:foregroundMark x1="50842" y1="69004" x2="50842" y2="69004"/>
                          <a14:foregroundMark x1="57239" y1="69004" x2="57239" y2="69004"/>
                          <a14:foregroundMark x1="59933" y1="66059" x2="59933" y2="66059"/>
                          <a14:foregroundMark x1="62402" y1="64937" x2="62402" y2="64937"/>
                          <a14:foregroundMark x1="25365" y1="72931" x2="25365" y2="72931"/>
                          <a14:foregroundMark x1="28058" y1="75175" x2="28058" y2="75175"/>
                          <a14:foregroundMark x1="32884" y1="75175" x2="32884" y2="75175"/>
                          <a14:foregroundMark x1="33782" y1="72791" x2="33782" y2="72791"/>
                          <a14:foregroundMark x1="33895" y1="77840" x2="33895" y2="77840"/>
                          <a14:foregroundMark x1="33895" y1="75316" x2="33895" y2="75316"/>
                          <a14:foregroundMark x1="34456" y1="77840" x2="34456" y2="77840"/>
                          <a14:foregroundMark x1="39955" y1="75456" x2="39955" y2="75456"/>
                          <a14:foregroundMark x1="40741" y1="72791" x2="40741" y2="72791"/>
                          <a14:foregroundMark x1="44220" y1="75596" x2="44220" y2="75596"/>
                          <a14:foregroundMark x1="46801" y1="76438" x2="46801" y2="76438"/>
                          <a14:foregroundMark x1="46128" y1="77560" x2="46128" y2="77560"/>
                          <a14:foregroundMark x1="45230" y1="77840" x2="45230" y2="77840"/>
                          <a14:foregroundMark x1="49046" y1="75596" x2="49046" y2="75596"/>
                          <a14:foregroundMark x1="54321" y1="74474" x2="54321" y2="74474"/>
                          <a14:foregroundMark x1="58361" y1="75736" x2="58361" y2="75736"/>
                          <a14:foregroundMark x1="61953" y1="75736" x2="61953" y2="75736"/>
                          <a14:foregroundMark x1="65432" y1="75035" x2="65432" y2="75035"/>
                          <a14:foregroundMark x1="67340" y1="77700" x2="67340" y2="77700"/>
                          <a14:foregroundMark x1="70146" y1="75596" x2="70146" y2="75596"/>
                          <a14:foregroundMark x1="75309" y1="75175" x2="75309" y2="75175"/>
                          <a14:foregroundMark x1="75533" y1="77840" x2="75533" y2="77840"/>
                          <a14:foregroundMark x1="76543" y1="77840" x2="76543" y2="77840"/>
                          <a14:foregroundMark x1="76992" y1="77840" x2="76992" y2="77840"/>
                          <a14:foregroundMark x1="30415" y1="75316" x2="30415" y2="75316"/>
                          <a14:foregroundMark x1="30191" y1="75316" x2="30191" y2="75316"/>
                          <a14:foregroundMark x1="29405" y1="75316" x2="29405" y2="75316"/>
                          <a14:foregroundMark x1="62851" y1="65358" x2="62851" y2="65358"/>
                          <a14:foregroundMark x1="64646" y1="69004" x2="64646" y2="69004"/>
                          <a14:foregroundMark x1="43434" y1="61431" x2="43434" y2="61431"/>
                          <a14:foregroundMark x1="43659" y1="69004" x2="43659" y2="69004"/>
                          <a14:foregroundMark x1="23569" y1="72791" x2="23569" y2="72791"/>
                          <a14:foregroundMark x1="24130" y1="72931" x2="24130" y2="72931"/>
                          <a14:foregroundMark x1="24018" y1="72791" x2="24018" y2="72791"/>
                          <a14:foregroundMark x1="23793" y1="72791" x2="23793" y2="72791"/>
                          <a14:foregroundMark x1="23120" y1="72791" x2="23120" y2="72791"/>
                          <a14:foregroundMark x1="23232" y1="72791" x2="23232" y2="72791"/>
                          <a14:foregroundMark x1="23008" y1="72791" x2="23008" y2="72791"/>
                          <a14:foregroundMark x1="23345" y1="72791" x2="23120" y2="72791"/>
                          <a14:foregroundMark x1="23457" y1="72931" x2="23793" y2="72931"/>
                          <a14:foregroundMark x1="24242" y1="72931" x2="23457" y2="72791"/>
                          <a14:foregroundMark x1="33221" y1="77700" x2="33221" y2="77700"/>
                          <a14:foregroundMark x1="40516" y1="75316" x2="40516" y2="75316"/>
                          <a14:foregroundMark x1="41077" y1="75316" x2="41077" y2="75316"/>
                          <a14:foregroundMark x1="63412" y1="65217" x2="63412" y2="65217"/>
                          <a14:foregroundMark x1="61055" y1="72931" x2="61055" y2="72931"/>
                          <a14:foregroundMark x1="62738" y1="72931" x2="62738" y2="72931"/>
                          <a14:foregroundMark x1="68126" y1="74614" x2="68126" y2="74614"/>
                          <a14:foregroundMark x1="68126" y1="76438" x2="68126" y2="76438"/>
                          <a14:foregroundMark x1="67901" y1="77279" x2="67901" y2="77279"/>
                          <a14:foregroundMark x1="75870" y1="75316" x2="75870" y2="75316"/>
                          <a14:foregroundMark x1="76094" y1="77840" x2="76094" y2="77840"/>
                          <a14:backgroundMark x1="43434" y1="69705" x2="43434" y2="69705"/>
                          <a14:backgroundMark x1="43771" y1="69846" x2="43771" y2="69846"/>
                          <a14:backgroundMark x1="43659" y1="62272" x2="43659" y2="62272"/>
                          <a14:backgroundMark x1="43547" y1="62132" x2="43547" y2="62132"/>
                          <a14:backgroundMark x1="43659" y1="61992" x2="43659" y2="61992"/>
                          <a14:backgroundMark x1="43883" y1="62132" x2="43883" y2="62132"/>
                          <a14:backgroundMark x1="43659" y1="61992" x2="43659" y2="61992"/>
                          <a14:backgroundMark x1="43547" y1="61992" x2="43547" y2="61992"/>
                          <a14:backgroundMark x1="43547" y1="69986" x2="44220" y2="69986"/>
                          <a14:backgroundMark x1="43210" y1="69846" x2="44332" y2="69846"/>
                          <a14:backgroundMark x1="43771" y1="62272" x2="43210" y2="62132"/>
                          <a14:backgroundMark x1="41077" y1="76157" x2="40741" y2="76017"/>
                          <a14:backgroundMark x1="33670" y1="78962" x2="33670" y2="78401"/>
                          <a14:backgroundMark x1="62851" y1="73773" x2="62402" y2="73773"/>
                          <a14:backgroundMark x1="67565" y1="75175" x2="67565" y2="75175"/>
                          <a14:backgroundMark x1="67677" y1="75456" x2="67677" y2="75456"/>
                          <a14:backgroundMark x1="67565" y1="74755" x2="67677" y2="75877"/>
                          <a14:backgroundMark x1="75870" y1="75035" x2="75645" y2="74895"/>
                          <a14:backgroundMark x1="76431" y1="78962" x2="76094" y2="78261"/>
                          <a14:backgroundMark x1="64198" y1="66339" x2="64198" y2="65919"/>
                          <a14:backgroundMark x1="63075" y1="66620" x2="63300" y2="65638"/>
                        </a14:backgroundRemoval>
                      </a14:imgEffect>
                      <a14:imgEffect>
                        <a14:artisticGlowEdges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" t="58476" r="19489" b="19429"/>
            <a:stretch/>
          </p:blipFill>
          <p:spPr>
            <a:xfrm>
              <a:off x="1817914" y="2965268"/>
              <a:ext cx="6895012" cy="151529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0A902B-4FA7-DFB2-790B-194496B2A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GlowEdges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8543" y="3074355"/>
              <a:ext cx="1619031" cy="12971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1592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F58D-D2F0-C189-AE64-2E37E5A6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3A7AC49-7B04-8A6E-EBE6-997F3575B680}"/>
              </a:ext>
            </a:extLst>
          </p:cNvPr>
          <p:cNvGrpSpPr/>
          <p:nvPr/>
        </p:nvGrpSpPr>
        <p:grpSpPr>
          <a:xfrm>
            <a:off x="3486150" y="2127067"/>
            <a:ext cx="4076701" cy="873307"/>
            <a:chOff x="3419474" y="3429000"/>
            <a:chExt cx="4076701" cy="87330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C5FCD73-A392-DB75-4EEF-A20F0BC05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77" t="58476" r="32654" b="28790"/>
            <a:stretch/>
          </p:blipFill>
          <p:spPr>
            <a:xfrm>
              <a:off x="3419474" y="3429000"/>
              <a:ext cx="4076701" cy="87330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E088983-3EFD-98E4-280B-76DAA4800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594" y="3489666"/>
              <a:ext cx="938594" cy="751973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B404DD7-2FBB-04A6-F780-36E49A0805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0449" b="78261" l="8081" r="76992">
                        <a14:foregroundMark x1="37935" y1="66620" x2="37935" y2="66620"/>
                        <a14:foregroundMark x1="48934" y1="66480" x2="48934" y2="66480"/>
                        <a14:foregroundMark x1="54545" y1="66620" x2="54545" y2="66620"/>
                        <a14:foregroundMark x1="56566" y1="69004" x2="56566" y2="69004"/>
                        <a14:foregroundMark x1="50842" y1="69004" x2="50842" y2="69004"/>
                        <a14:foregroundMark x1="57239" y1="69004" x2="57239" y2="69004"/>
                        <a14:foregroundMark x1="59933" y1="66059" x2="59933" y2="66059"/>
                        <a14:foregroundMark x1="62402" y1="64937" x2="62402" y2="64937"/>
                        <a14:foregroundMark x1="25365" y1="72931" x2="25365" y2="72931"/>
                        <a14:foregroundMark x1="28058" y1="75175" x2="28058" y2="75175"/>
                        <a14:foregroundMark x1="32884" y1="75175" x2="32884" y2="75175"/>
                        <a14:foregroundMark x1="33782" y1="72791" x2="33782" y2="72791"/>
                        <a14:foregroundMark x1="33895" y1="77840" x2="33895" y2="77840"/>
                        <a14:foregroundMark x1="33895" y1="75316" x2="33895" y2="75316"/>
                        <a14:foregroundMark x1="34456" y1="77840" x2="34456" y2="77840"/>
                        <a14:foregroundMark x1="39955" y1="75456" x2="39955" y2="75456"/>
                        <a14:foregroundMark x1="40741" y1="72791" x2="40741" y2="72791"/>
                        <a14:foregroundMark x1="44220" y1="75596" x2="44220" y2="75596"/>
                        <a14:foregroundMark x1="46801" y1="76438" x2="46801" y2="76438"/>
                        <a14:foregroundMark x1="46128" y1="77560" x2="46128" y2="77560"/>
                        <a14:foregroundMark x1="45230" y1="77840" x2="45230" y2="77840"/>
                        <a14:foregroundMark x1="49046" y1="75596" x2="49046" y2="75596"/>
                        <a14:foregroundMark x1="54321" y1="74474" x2="54321" y2="74474"/>
                        <a14:foregroundMark x1="58361" y1="75736" x2="58361" y2="75736"/>
                        <a14:foregroundMark x1="61953" y1="75736" x2="61953" y2="75736"/>
                        <a14:foregroundMark x1="65432" y1="75035" x2="65432" y2="75035"/>
                        <a14:foregroundMark x1="67340" y1="77700" x2="67340" y2="77700"/>
                        <a14:foregroundMark x1="70146" y1="75596" x2="70146" y2="75596"/>
                        <a14:foregroundMark x1="75309" y1="75175" x2="75309" y2="75175"/>
                        <a14:foregroundMark x1="75533" y1="77840" x2="75533" y2="77840"/>
                        <a14:foregroundMark x1="76543" y1="77840" x2="76543" y2="77840"/>
                        <a14:foregroundMark x1="76992" y1="77840" x2="76992" y2="77840"/>
                        <a14:foregroundMark x1="30415" y1="75316" x2="30415" y2="75316"/>
                        <a14:foregroundMark x1="30191" y1="75316" x2="30191" y2="75316"/>
                        <a14:foregroundMark x1="29405" y1="75316" x2="29405" y2="75316"/>
                        <a14:foregroundMark x1="62851" y1="65358" x2="62851" y2="65358"/>
                        <a14:foregroundMark x1="64646" y1="69004" x2="64646" y2="69004"/>
                        <a14:foregroundMark x1="43434" y1="61431" x2="43434" y2="61431"/>
                        <a14:foregroundMark x1="43659" y1="69004" x2="43659" y2="69004"/>
                        <a14:foregroundMark x1="23569" y1="72791" x2="23569" y2="72791"/>
                        <a14:foregroundMark x1="24130" y1="72931" x2="24130" y2="72931"/>
                        <a14:foregroundMark x1="24018" y1="72791" x2="24018" y2="72791"/>
                        <a14:foregroundMark x1="23793" y1="72791" x2="23793" y2="72791"/>
                        <a14:foregroundMark x1="23120" y1="72791" x2="23120" y2="72791"/>
                        <a14:foregroundMark x1="23232" y1="72791" x2="23232" y2="72791"/>
                        <a14:foregroundMark x1="23008" y1="72791" x2="23008" y2="72791"/>
                        <a14:foregroundMark x1="23345" y1="72791" x2="23120" y2="72791"/>
                        <a14:foregroundMark x1="23457" y1="72931" x2="23793" y2="72931"/>
                        <a14:foregroundMark x1="24242" y1="72931" x2="23457" y2="72791"/>
                        <a14:foregroundMark x1="33221" y1="77700" x2="33221" y2="77700"/>
                        <a14:foregroundMark x1="40516" y1="75316" x2="40516" y2="75316"/>
                        <a14:foregroundMark x1="41077" y1="75316" x2="41077" y2="75316"/>
                        <a14:foregroundMark x1="63412" y1="65217" x2="63412" y2="65217"/>
                        <a14:foregroundMark x1="61055" y1="72931" x2="61055" y2="72931"/>
                        <a14:foregroundMark x1="62738" y1="72931" x2="62738" y2="72931"/>
                        <a14:foregroundMark x1="68126" y1="74614" x2="68126" y2="74614"/>
                        <a14:foregroundMark x1="68126" y1="76438" x2="68126" y2="76438"/>
                        <a14:foregroundMark x1="67901" y1="77279" x2="67901" y2="77279"/>
                        <a14:foregroundMark x1="75870" y1="75316" x2="75870" y2="75316"/>
                        <a14:foregroundMark x1="76094" y1="77840" x2="76094" y2="77840"/>
                        <a14:backgroundMark x1="43434" y1="69705" x2="43434" y2="69705"/>
                        <a14:backgroundMark x1="43771" y1="69846" x2="43771" y2="69846"/>
                        <a14:backgroundMark x1="43659" y1="62272" x2="43659" y2="62272"/>
                        <a14:backgroundMark x1="43547" y1="62132" x2="43547" y2="62132"/>
                        <a14:backgroundMark x1="43659" y1="61992" x2="43659" y2="61992"/>
                        <a14:backgroundMark x1="43883" y1="62132" x2="43883" y2="62132"/>
                        <a14:backgroundMark x1="43659" y1="61992" x2="43659" y2="61992"/>
                        <a14:backgroundMark x1="43547" y1="61992" x2="43547" y2="61992"/>
                        <a14:backgroundMark x1="43547" y1="69986" x2="44220" y2="69986"/>
                        <a14:backgroundMark x1="43210" y1="69846" x2="44332" y2="69846"/>
                        <a14:backgroundMark x1="43771" y1="62272" x2="43210" y2="62132"/>
                        <a14:backgroundMark x1="41077" y1="76157" x2="40741" y2="76017"/>
                        <a14:backgroundMark x1="33670" y1="78962" x2="33670" y2="78401"/>
                        <a14:backgroundMark x1="62851" y1="73773" x2="62402" y2="73773"/>
                        <a14:backgroundMark x1="67565" y1="75175" x2="67565" y2="75175"/>
                        <a14:backgroundMark x1="67677" y1="75456" x2="67677" y2="75456"/>
                        <a14:backgroundMark x1="67565" y1="74755" x2="67677" y2="75877"/>
                        <a14:backgroundMark x1="75870" y1="75035" x2="75645" y2="74895"/>
                        <a14:backgroundMark x1="76431" y1="78962" x2="76094" y2="78261"/>
                        <a14:backgroundMark x1="64198" y1="66339" x2="64198" y2="65919"/>
                        <a14:backgroundMark x1="63075" y1="66620" x2="63300" y2="65638"/>
                      </a14:backgroundRemoval>
                    </a14:imgEffect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633" t="58476" r="32909" b="28512"/>
          <a:stretch/>
        </p:blipFill>
        <p:spPr>
          <a:xfrm>
            <a:off x="3324225" y="2965268"/>
            <a:ext cx="4238626" cy="8923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ADFB9C-324D-1038-AF52-93CA643201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8271" y="3035460"/>
            <a:ext cx="938593" cy="7519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E49586-7CD3-164F-3585-12AEF3A413BA}"/>
              </a:ext>
            </a:extLst>
          </p:cNvPr>
          <p:cNvSpPr txBox="1"/>
          <p:nvPr/>
        </p:nvSpPr>
        <p:spPr>
          <a:xfrm>
            <a:off x="4572000" y="3552825"/>
            <a:ext cx="299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NOLLIE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114FCF-3E41-3EDC-80BC-D5F3B25BBD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0449" b="78261" l="8081" r="76992">
                        <a14:foregroundMark x1="37935" y1="66620" x2="37935" y2="66620"/>
                        <a14:foregroundMark x1="48934" y1="66480" x2="48934" y2="66480"/>
                        <a14:foregroundMark x1="54545" y1="66620" x2="54545" y2="66620"/>
                        <a14:foregroundMark x1="56566" y1="69004" x2="56566" y2="69004"/>
                        <a14:foregroundMark x1="50842" y1="69004" x2="50842" y2="69004"/>
                        <a14:foregroundMark x1="57239" y1="69004" x2="57239" y2="69004"/>
                        <a14:foregroundMark x1="59933" y1="66059" x2="59933" y2="66059"/>
                        <a14:foregroundMark x1="62402" y1="64937" x2="62402" y2="64937"/>
                        <a14:foregroundMark x1="25365" y1="72931" x2="25365" y2="72931"/>
                        <a14:foregroundMark x1="28058" y1="75175" x2="28058" y2="75175"/>
                        <a14:foregroundMark x1="32884" y1="75175" x2="32884" y2="75175"/>
                        <a14:foregroundMark x1="33782" y1="72791" x2="33782" y2="72791"/>
                        <a14:foregroundMark x1="33895" y1="77840" x2="33895" y2="77840"/>
                        <a14:foregroundMark x1="33895" y1="75316" x2="33895" y2="75316"/>
                        <a14:foregroundMark x1="34456" y1="77840" x2="34456" y2="77840"/>
                        <a14:foregroundMark x1="39955" y1="75456" x2="39955" y2="75456"/>
                        <a14:foregroundMark x1="40741" y1="72791" x2="40741" y2="72791"/>
                        <a14:foregroundMark x1="44220" y1="75596" x2="44220" y2="75596"/>
                        <a14:foregroundMark x1="46801" y1="76438" x2="46801" y2="76438"/>
                        <a14:foregroundMark x1="46128" y1="77560" x2="46128" y2="77560"/>
                        <a14:foregroundMark x1="45230" y1="77840" x2="45230" y2="77840"/>
                        <a14:foregroundMark x1="49046" y1="75596" x2="49046" y2="75596"/>
                        <a14:foregroundMark x1="54321" y1="74474" x2="54321" y2="74474"/>
                        <a14:foregroundMark x1="58361" y1="75736" x2="58361" y2="75736"/>
                        <a14:foregroundMark x1="61953" y1="75736" x2="61953" y2="75736"/>
                        <a14:foregroundMark x1="65432" y1="75035" x2="65432" y2="75035"/>
                        <a14:foregroundMark x1="67340" y1="77700" x2="67340" y2="77700"/>
                        <a14:foregroundMark x1="70146" y1="75596" x2="70146" y2="75596"/>
                        <a14:foregroundMark x1="75309" y1="75175" x2="75309" y2="75175"/>
                        <a14:foregroundMark x1="75533" y1="77840" x2="75533" y2="77840"/>
                        <a14:foregroundMark x1="76543" y1="77840" x2="76543" y2="77840"/>
                        <a14:foregroundMark x1="76992" y1="77840" x2="76992" y2="77840"/>
                        <a14:foregroundMark x1="30415" y1="75316" x2="30415" y2="75316"/>
                        <a14:foregroundMark x1="30191" y1="75316" x2="30191" y2="75316"/>
                        <a14:foregroundMark x1="29405" y1="75316" x2="29405" y2="75316"/>
                        <a14:foregroundMark x1="62851" y1="65358" x2="62851" y2="65358"/>
                        <a14:foregroundMark x1="64646" y1="69004" x2="64646" y2="69004"/>
                        <a14:foregroundMark x1="43434" y1="61431" x2="43434" y2="61431"/>
                        <a14:foregroundMark x1="43659" y1="69004" x2="43659" y2="69004"/>
                        <a14:foregroundMark x1="23569" y1="72791" x2="23569" y2="72791"/>
                        <a14:foregroundMark x1="24130" y1="72931" x2="24130" y2="72931"/>
                        <a14:foregroundMark x1="24018" y1="72791" x2="24018" y2="72791"/>
                        <a14:foregroundMark x1="23793" y1="72791" x2="23793" y2="72791"/>
                        <a14:foregroundMark x1="23120" y1="72791" x2="23120" y2="72791"/>
                        <a14:foregroundMark x1="23232" y1="72791" x2="23232" y2="72791"/>
                        <a14:foregroundMark x1="23008" y1="72791" x2="23008" y2="72791"/>
                        <a14:foregroundMark x1="23345" y1="72791" x2="23120" y2="72791"/>
                        <a14:foregroundMark x1="23457" y1="72931" x2="23793" y2="72931"/>
                        <a14:foregroundMark x1="24242" y1="72931" x2="23457" y2="72791"/>
                        <a14:foregroundMark x1="33221" y1="77700" x2="33221" y2="77700"/>
                        <a14:foregroundMark x1="40516" y1="75316" x2="40516" y2="75316"/>
                        <a14:foregroundMark x1="41077" y1="75316" x2="41077" y2="75316"/>
                        <a14:foregroundMark x1="63412" y1="65217" x2="63412" y2="65217"/>
                        <a14:foregroundMark x1="61055" y1="72931" x2="61055" y2="72931"/>
                        <a14:foregroundMark x1="62738" y1="72931" x2="62738" y2="72931"/>
                        <a14:foregroundMark x1="68126" y1="74614" x2="68126" y2="74614"/>
                        <a14:foregroundMark x1="68126" y1="76438" x2="68126" y2="76438"/>
                        <a14:foregroundMark x1="67901" y1="77279" x2="67901" y2="77279"/>
                        <a14:foregroundMark x1="75870" y1="75316" x2="75870" y2="75316"/>
                        <a14:foregroundMark x1="76094" y1="77840" x2="76094" y2="77840"/>
                        <a14:backgroundMark x1="43434" y1="69705" x2="43434" y2="69705"/>
                        <a14:backgroundMark x1="43771" y1="69846" x2="43771" y2="69846"/>
                        <a14:backgroundMark x1="43659" y1="62272" x2="43659" y2="62272"/>
                        <a14:backgroundMark x1="43547" y1="62132" x2="43547" y2="62132"/>
                        <a14:backgroundMark x1="43659" y1="61992" x2="43659" y2="61992"/>
                        <a14:backgroundMark x1="43883" y1="62132" x2="43883" y2="62132"/>
                        <a14:backgroundMark x1="43659" y1="61992" x2="43659" y2="61992"/>
                        <a14:backgroundMark x1="43547" y1="61992" x2="43547" y2="61992"/>
                        <a14:backgroundMark x1="43547" y1="69986" x2="44220" y2="69986"/>
                        <a14:backgroundMark x1="43210" y1="69846" x2="44332" y2="69846"/>
                        <a14:backgroundMark x1="43771" y1="62272" x2="43210" y2="62132"/>
                        <a14:backgroundMark x1="41077" y1="76157" x2="40741" y2="76017"/>
                        <a14:backgroundMark x1="33670" y1="78962" x2="33670" y2="78401"/>
                        <a14:backgroundMark x1="62851" y1="73773" x2="62402" y2="73773"/>
                        <a14:backgroundMark x1="67565" y1="75175" x2="67565" y2="75175"/>
                        <a14:backgroundMark x1="67677" y1="75456" x2="67677" y2="75456"/>
                        <a14:backgroundMark x1="67565" y1="74755" x2="67677" y2="75877"/>
                        <a14:backgroundMark x1="75870" y1="75035" x2="75645" y2="74895"/>
                        <a14:backgroundMark x1="76431" y1="78962" x2="76094" y2="78261"/>
                        <a14:backgroundMark x1="64198" y1="66339" x2="64198" y2="65919"/>
                        <a14:backgroundMark x1="63075" y1="66620" x2="63300" y2="65638"/>
                      </a14:backgroundRemoval>
                    </a14:imgEffect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93" t="58476" r="32909" b="28512"/>
          <a:stretch/>
        </p:blipFill>
        <p:spPr>
          <a:xfrm>
            <a:off x="4571999" y="4441823"/>
            <a:ext cx="2990852" cy="89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4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3DDB2-6FC9-68EC-B59D-B55CE11C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0DD1F4-E15A-5D8A-82CF-1A014D331616}"/>
              </a:ext>
            </a:extLst>
          </p:cNvPr>
          <p:cNvGrpSpPr/>
          <p:nvPr/>
        </p:nvGrpSpPr>
        <p:grpSpPr>
          <a:xfrm>
            <a:off x="3486150" y="2127067"/>
            <a:ext cx="4076701" cy="873307"/>
            <a:chOff x="3419474" y="3429000"/>
            <a:chExt cx="4076701" cy="87330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E0C8FF7-439E-B916-DC82-92295E3DA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77" t="58476" r="32654" b="28790"/>
            <a:stretch/>
          </p:blipFill>
          <p:spPr>
            <a:xfrm>
              <a:off x="3419474" y="3429000"/>
              <a:ext cx="4076701" cy="87330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BEA2924-AC6E-7CF9-4FC9-C8E51C77A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1594" y="3489666"/>
              <a:ext cx="938594" cy="751973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26BD618-3BAB-9F28-07BB-0B965E5C8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0449" b="78261" l="8081" r="76992">
                        <a14:foregroundMark x1="37935" y1="66620" x2="37935" y2="66620"/>
                        <a14:foregroundMark x1="48934" y1="66480" x2="48934" y2="66480"/>
                        <a14:foregroundMark x1="54545" y1="66620" x2="54545" y2="66620"/>
                        <a14:foregroundMark x1="56566" y1="69004" x2="56566" y2="69004"/>
                        <a14:foregroundMark x1="50842" y1="69004" x2="50842" y2="69004"/>
                        <a14:foregroundMark x1="57239" y1="69004" x2="57239" y2="69004"/>
                        <a14:foregroundMark x1="59933" y1="66059" x2="59933" y2="66059"/>
                        <a14:foregroundMark x1="62402" y1="64937" x2="62402" y2="64937"/>
                        <a14:foregroundMark x1="25365" y1="72931" x2="25365" y2="72931"/>
                        <a14:foregroundMark x1="28058" y1="75175" x2="28058" y2="75175"/>
                        <a14:foregroundMark x1="32884" y1="75175" x2="32884" y2="75175"/>
                        <a14:foregroundMark x1="33782" y1="72791" x2="33782" y2="72791"/>
                        <a14:foregroundMark x1="33895" y1="77840" x2="33895" y2="77840"/>
                        <a14:foregroundMark x1="33895" y1="75316" x2="33895" y2="75316"/>
                        <a14:foregroundMark x1="34456" y1="77840" x2="34456" y2="77840"/>
                        <a14:foregroundMark x1="39955" y1="75456" x2="39955" y2="75456"/>
                        <a14:foregroundMark x1="40741" y1="72791" x2="40741" y2="72791"/>
                        <a14:foregroundMark x1="44220" y1="75596" x2="44220" y2="75596"/>
                        <a14:foregroundMark x1="46801" y1="76438" x2="46801" y2="76438"/>
                        <a14:foregroundMark x1="46128" y1="77560" x2="46128" y2="77560"/>
                        <a14:foregroundMark x1="45230" y1="77840" x2="45230" y2="77840"/>
                        <a14:foregroundMark x1="49046" y1="75596" x2="49046" y2="75596"/>
                        <a14:foregroundMark x1="54321" y1="74474" x2="54321" y2="74474"/>
                        <a14:foregroundMark x1="58361" y1="75736" x2="58361" y2="75736"/>
                        <a14:foregroundMark x1="61953" y1="75736" x2="61953" y2="75736"/>
                        <a14:foregroundMark x1="65432" y1="75035" x2="65432" y2="75035"/>
                        <a14:foregroundMark x1="67340" y1="77700" x2="67340" y2="77700"/>
                        <a14:foregroundMark x1="70146" y1="75596" x2="70146" y2="75596"/>
                        <a14:foregroundMark x1="75309" y1="75175" x2="75309" y2="75175"/>
                        <a14:foregroundMark x1="75533" y1="77840" x2="75533" y2="77840"/>
                        <a14:foregroundMark x1="76543" y1="77840" x2="76543" y2="77840"/>
                        <a14:foregroundMark x1="76992" y1="77840" x2="76992" y2="77840"/>
                        <a14:foregroundMark x1="30415" y1="75316" x2="30415" y2="75316"/>
                        <a14:foregroundMark x1="30191" y1="75316" x2="30191" y2="75316"/>
                        <a14:foregroundMark x1="29405" y1="75316" x2="29405" y2="75316"/>
                        <a14:foregroundMark x1="62851" y1="65358" x2="62851" y2="65358"/>
                        <a14:foregroundMark x1="64646" y1="69004" x2="64646" y2="69004"/>
                        <a14:foregroundMark x1="43434" y1="61431" x2="43434" y2="61431"/>
                        <a14:foregroundMark x1="43659" y1="69004" x2="43659" y2="69004"/>
                        <a14:foregroundMark x1="23569" y1="72791" x2="23569" y2="72791"/>
                        <a14:foregroundMark x1="24130" y1="72931" x2="24130" y2="72931"/>
                        <a14:foregroundMark x1="24018" y1="72791" x2="24018" y2="72791"/>
                        <a14:foregroundMark x1="23793" y1="72791" x2="23793" y2="72791"/>
                        <a14:foregroundMark x1="23120" y1="72791" x2="23120" y2="72791"/>
                        <a14:foregroundMark x1="23232" y1="72791" x2="23232" y2="72791"/>
                        <a14:foregroundMark x1="23008" y1="72791" x2="23008" y2="72791"/>
                        <a14:foregroundMark x1="23345" y1="72791" x2="23120" y2="72791"/>
                        <a14:foregroundMark x1="23457" y1="72931" x2="23793" y2="72931"/>
                        <a14:foregroundMark x1="24242" y1="72931" x2="23457" y2="72791"/>
                        <a14:foregroundMark x1="33221" y1="77700" x2="33221" y2="77700"/>
                        <a14:foregroundMark x1="40516" y1="75316" x2="40516" y2="75316"/>
                        <a14:foregroundMark x1="41077" y1="75316" x2="41077" y2="75316"/>
                        <a14:foregroundMark x1="63412" y1="65217" x2="63412" y2="65217"/>
                        <a14:foregroundMark x1="61055" y1="72931" x2="61055" y2="72931"/>
                        <a14:foregroundMark x1="62738" y1="72931" x2="62738" y2="72931"/>
                        <a14:foregroundMark x1="68126" y1="74614" x2="68126" y2="74614"/>
                        <a14:foregroundMark x1="68126" y1="76438" x2="68126" y2="76438"/>
                        <a14:foregroundMark x1="67901" y1="77279" x2="67901" y2="77279"/>
                        <a14:foregroundMark x1="75870" y1="75316" x2="75870" y2="75316"/>
                        <a14:foregroundMark x1="76094" y1="77840" x2="76094" y2="77840"/>
                        <a14:backgroundMark x1="43434" y1="69705" x2="43434" y2="69705"/>
                        <a14:backgroundMark x1="43771" y1="69846" x2="43771" y2="69846"/>
                        <a14:backgroundMark x1="43659" y1="62272" x2="43659" y2="62272"/>
                        <a14:backgroundMark x1="43547" y1="62132" x2="43547" y2="62132"/>
                        <a14:backgroundMark x1="43659" y1="61992" x2="43659" y2="61992"/>
                        <a14:backgroundMark x1="43883" y1="62132" x2="43883" y2="62132"/>
                        <a14:backgroundMark x1="43659" y1="61992" x2="43659" y2="61992"/>
                        <a14:backgroundMark x1="43547" y1="61992" x2="43547" y2="61992"/>
                        <a14:backgroundMark x1="43547" y1="69986" x2="44220" y2="69986"/>
                        <a14:backgroundMark x1="43210" y1="69846" x2="44332" y2="69846"/>
                        <a14:backgroundMark x1="43771" y1="62272" x2="43210" y2="62132"/>
                        <a14:backgroundMark x1="41077" y1="76157" x2="40741" y2="76017"/>
                        <a14:backgroundMark x1="33670" y1="78962" x2="33670" y2="78401"/>
                        <a14:backgroundMark x1="62851" y1="73773" x2="62402" y2="73773"/>
                        <a14:backgroundMark x1="67565" y1="75175" x2="67565" y2="75175"/>
                        <a14:backgroundMark x1="67677" y1="75456" x2="67677" y2="75456"/>
                        <a14:backgroundMark x1="67565" y1="74755" x2="67677" y2="75877"/>
                        <a14:backgroundMark x1="75870" y1="75035" x2="75645" y2="74895"/>
                        <a14:backgroundMark x1="76431" y1="78962" x2="76094" y2="78261"/>
                        <a14:backgroundMark x1="64198" y1="66339" x2="64198" y2="65919"/>
                        <a14:backgroundMark x1="63075" y1="66620" x2="63300" y2="65638"/>
                      </a14:backgroundRemoval>
                    </a14:imgEffect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633" t="58476" r="32909" b="28512"/>
          <a:stretch/>
        </p:blipFill>
        <p:spPr>
          <a:xfrm>
            <a:off x="3324225" y="2965268"/>
            <a:ext cx="4238626" cy="8923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F126E7-EA9B-541D-D12F-F9CB6BDED3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8271" y="3035460"/>
            <a:ext cx="938593" cy="7519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2BF374-601C-9BE8-FFE5-6F1041E91601}"/>
              </a:ext>
            </a:extLst>
          </p:cNvPr>
          <p:cNvSpPr txBox="1"/>
          <p:nvPr/>
        </p:nvSpPr>
        <p:spPr>
          <a:xfrm>
            <a:off x="4572000" y="3552825"/>
            <a:ext cx="299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NOLLIE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F3D09A-DDD3-D566-6BBC-328B623FF62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0449" b="78261" l="8081" r="76992">
                        <a14:foregroundMark x1="37935" y1="66620" x2="37935" y2="66620"/>
                        <a14:foregroundMark x1="48934" y1="66480" x2="48934" y2="66480"/>
                        <a14:foregroundMark x1="54545" y1="66620" x2="54545" y2="66620"/>
                        <a14:foregroundMark x1="56566" y1="69004" x2="56566" y2="69004"/>
                        <a14:foregroundMark x1="50842" y1="69004" x2="50842" y2="69004"/>
                        <a14:foregroundMark x1="57239" y1="69004" x2="57239" y2="69004"/>
                        <a14:foregroundMark x1="59933" y1="66059" x2="59933" y2="66059"/>
                        <a14:foregroundMark x1="62402" y1="64937" x2="62402" y2="64937"/>
                        <a14:foregroundMark x1="25365" y1="72931" x2="25365" y2="72931"/>
                        <a14:foregroundMark x1="28058" y1="75175" x2="28058" y2="75175"/>
                        <a14:foregroundMark x1="32884" y1="75175" x2="32884" y2="75175"/>
                        <a14:foregroundMark x1="33782" y1="72791" x2="33782" y2="72791"/>
                        <a14:foregroundMark x1="33895" y1="77840" x2="33895" y2="77840"/>
                        <a14:foregroundMark x1="33895" y1="75316" x2="33895" y2="75316"/>
                        <a14:foregroundMark x1="34456" y1="77840" x2="34456" y2="77840"/>
                        <a14:foregroundMark x1="39955" y1="75456" x2="39955" y2="75456"/>
                        <a14:foregroundMark x1="40741" y1="72791" x2="40741" y2="72791"/>
                        <a14:foregroundMark x1="44220" y1="75596" x2="44220" y2="75596"/>
                        <a14:foregroundMark x1="46801" y1="76438" x2="46801" y2="76438"/>
                        <a14:foregroundMark x1="46128" y1="77560" x2="46128" y2="77560"/>
                        <a14:foregroundMark x1="45230" y1="77840" x2="45230" y2="77840"/>
                        <a14:foregroundMark x1="49046" y1="75596" x2="49046" y2="75596"/>
                        <a14:foregroundMark x1="54321" y1="74474" x2="54321" y2="74474"/>
                        <a14:foregroundMark x1="58361" y1="75736" x2="58361" y2="75736"/>
                        <a14:foregroundMark x1="61953" y1="75736" x2="61953" y2="75736"/>
                        <a14:foregroundMark x1="65432" y1="75035" x2="65432" y2="75035"/>
                        <a14:foregroundMark x1="67340" y1="77700" x2="67340" y2="77700"/>
                        <a14:foregroundMark x1="70146" y1="75596" x2="70146" y2="75596"/>
                        <a14:foregroundMark x1="75309" y1="75175" x2="75309" y2="75175"/>
                        <a14:foregroundMark x1="75533" y1="77840" x2="75533" y2="77840"/>
                        <a14:foregroundMark x1="76543" y1="77840" x2="76543" y2="77840"/>
                        <a14:foregroundMark x1="76992" y1="77840" x2="76992" y2="77840"/>
                        <a14:foregroundMark x1="30415" y1="75316" x2="30415" y2="75316"/>
                        <a14:foregroundMark x1="30191" y1="75316" x2="30191" y2="75316"/>
                        <a14:foregroundMark x1="29405" y1="75316" x2="29405" y2="75316"/>
                        <a14:foregroundMark x1="62851" y1="65358" x2="62851" y2="65358"/>
                        <a14:foregroundMark x1="64646" y1="69004" x2="64646" y2="69004"/>
                        <a14:foregroundMark x1="43434" y1="61431" x2="43434" y2="61431"/>
                        <a14:foregroundMark x1="43659" y1="69004" x2="43659" y2="69004"/>
                        <a14:foregroundMark x1="23569" y1="72791" x2="23569" y2="72791"/>
                        <a14:foregroundMark x1="24130" y1="72931" x2="24130" y2="72931"/>
                        <a14:foregroundMark x1="24018" y1="72791" x2="24018" y2="72791"/>
                        <a14:foregroundMark x1="23793" y1="72791" x2="23793" y2="72791"/>
                        <a14:foregroundMark x1="23120" y1="72791" x2="23120" y2="72791"/>
                        <a14:foregroundMark x1="23232" y1="72791" x2="23232" y2="72791"/>
                        <a14:foregroundMark x1="23008" y1="72791" x2="23008" y2="72791"/>
                        <a14:foregroundMark x1="23345" y1="72791" x2="23120" y2="72791"/>
                        <a14:foregroundMark x1="23457" y1="72931" x2="23793" y2="72931"/>
                        <a14:foregroundMark x1="24242" y1="72931" x2="23457" y2="72791"/>
                        <a14:foregroundMark x1="33221" y1="77700" x2="33221" y2="77700"/>
                        <a14:foregroundMark x1="40516" y1="75316" x2="40516" y2="75316"/>
                        <a14:foregroundMark x1="41077" y1="75316" x2="41077" y2="75316"/>
                        <a14:foregroundMark x1="63412" y1="65217" x2="63412" y2="65217"/>
                        <a14:foregroundMark x1="61055" y1="72931" x2="61055" y2="72931"/>
                        <a14:foregroundMark x1="62738" y1="72931" x2="62738" y2="72931"/>
                        <a14:foregroundMark x1="68126" y1="74614" x2="68126" y2="74614"/>
                        <a14:foregroundMark x1="68126" y1="76438" x2="68126" y2="76438"/>
                        <a14:foregroundMark x1="67901" y1="77279" x2="67901" y2="77279"/>
                        <a14:foregroundMark x1="75870" y1="75316" x2="75870" y2="75316"/>
                        <a14:foregroundMark x1="76094" y1="77840" x2="76094" y2="77840"/>
                        <a14:backgroundMark x1="43434" y1="69705" x2="43434" y2="69705"/>
                        <a14:backgroundMark x1="43771" y1="69846" x2="43771" y2="69846"/>
                        <a14:backgroundMark x1="43659" y1="62272" x2="43659" y2="62272"/>
                        <a14:backgroundMark x1="43547" y1="62132" x2="43547" y2="62132"/>
                        <a14:backgroundMark x1="43659" y1="61992" x2="43659" y2="61992"/>
                        <a14:backgroundMark x1="43883" y1="62132" x2="43883" y2="62132"/>
                        <a14:backgroundMark x1="43659" y1="61992" x2="43659" y2="61992"/>
                        <a14:backgroundMark x1="43547" y1="61992" x2="43547" y2="61992"/>
                        <a14:backgroundMark x1="43547" y1="69986" x2="44220" y2="69986"/>
                        <a14:backgroundMark x1="43210" y1="69846" x2="44332" y2="69846"/>
                        <a14:backgroundMark x1="43771" y1="62272" x2="43210" y2="62132"/>
                        <a14:backgroundMark x1="41077" y1="76157" x2="40741" y2="76017"/>
                        <a14:backgroundMark x1="33670" y1="78962" x2="33670" y2="78401"/>
                        <a14:backgroundMark x1="62851" y1="73773" x2="62402" y2="73773"/>
                        <a14:backgroundMark x1="67565" y1="75175" x2="67565" y2="75175"/>
                        <a14:backgroundMark x1="67677" y1="75456" x2="67677" y2="75456"/>
                        <a14:backgroundMark x1="67565" y1="74755" x2="67677" y2="75877"/>
                        <a14:backgroundMark x1="75870" y1="75035" x2="75645" y2="74895"/>
                        <a14:backgroundMark x1="76431" y1="78962" x2="76094" y2="78261"/>
                        <a14:backgroundMark x1="64198" y1="66339" x2="64198" y2="65919"/>
                        <a14:backgroundMark x1="63075" y1="66620" x2="63300" y2="656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93" t="58476" r="32909" b="28512"/>
          <a:stretch/>
        </p:blipFill>
        <p:spPr>
          <a:xfrm>
            <a:off x="4571999" y="4441823"/>
            <a:ext cx="2990852" cy="89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132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Dinh Tien D22KH02</dc:creator>
  <cp:lastModifiedBy>Nguyen Dinh Tien D22KH02</cp:lastModifiedBy>
  <cp:revision>3</cp:revision>
  <dcterms:created xsi:type="dcterms:W3CDTF">2025-02-23T10:09:13Z</dcterms:created>
  <dcterms:modified xsi:type="dcterms:W3CDTF">2025-02-23T10:42:52Z</dcterms:modified>
</cp:coreProperties>
</file>